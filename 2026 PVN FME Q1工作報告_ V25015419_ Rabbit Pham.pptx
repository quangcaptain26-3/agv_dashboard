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280" r:id="rId2"/>
    <p:sldId id="1262" r:id="rId3"/>
    <p:sldId id="1290" r:id="rId4"/>
    <p:sldId id="1293" r:id="rId5"/>
    <p:sldId id="1291" r:id="rId6"/>
    <p:sldId id="1295" r:id="rId7"/>
    <p:sldId id="1292" r:id="rId8"/>
    <p:sldId id="1296" r:id="rId9"/>
    <p:sldId id="1297" r:id="rId10"/>
    <p:sldId id="1299" r:id="rId11"/>
    <p:sldId id="1300" r:id="rId12"/>
    <p:sldId id="1301" r:id="rId13"/>
    <p:sldId id="1298" r:id="rId14"/>
    <p:sldId id="1302" r:id="rId15"/>
    <p:sldId id="1303" r:id="rId16"/>
    <p:sldId id="1304" r:id="rId17"/>
    <p:sldId id="1306" r:id="rId18"/>
    <p:sldId id="1305" r:id="rId19"/>
    <p:sldId id="1288" r:id="rId20"/>
    <p:sldId id="1287" r:id="rId21"/>
    <p:sldId id="128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996E"/>
    <a:srgbClr val="F3F3F3"/>
    <a:srgbClr val="DAFFA3"/>
    <a:srgbClr val="1AB0C0"/>
    <a:srgbClr val="347EB6"/>
    <a:srgbClr val="DAD5CC"/>
    <a:srgbClr val="1BBACB"/>
    <a:srgbClr val="1CC1D2"/>
    <a:srgbClr val="CEFF85"/>
    <a:srgbClr val="FFA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60" autoAdjust="0"/>
    <p:restoredTop sz="95090" autoAdjust="0"/>
  </p:normalViewPr>
  <p:slideViewPr>
    <p:cSldViewPr snapToGrid="0">
      <p:cViewPr>
        <p:scale>
          <a:sx n="100" d="100"/>
          <a:sy n="100" d="100"/>
        </p:scale>
        <p:origin x="65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18A7B8-1B2B-72F8-8C8F-9A2758B753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Brush/>
                      </a14:imgEffect>
                      <a14:imgEffect>
                        <a14:brightnessContrast contrast="3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74090" y="4808569"/>
            <a:ext cx="8302787" cy="1862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PVN FME </a:t>
            </a: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Q1 Work Report</a:t>
            </a:r>
          </a:p>
          <a:p>
            <a:pPr>
              <a:spcBef>
                <a:spcPts val="600"/>
              </a:spcBef>
            </a:pP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Dep.: BG6- Manufacturing&amp; Operation Management Center.- </a:t>
            </a: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VietNam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 Manufacturing Div.- PVN1 Factory- FME Dept.- Automation Sec.</a:t>
            </a:r>
          </a:p>
          <a:p>
            <a:pPr>
              <a:spcBef>
                <a:spcPts val="600"/>
              </a:spcBef>
            </a:pP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Name: Rabbit Pham </a:t>
            </a:r>
            <a:r>
              <a:rPr lang="zh-CN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范氏垂</a:t>
            </a:r>
            <a:endParaRPr lang="en-US" altLang="zh-TW" sz="1600" b="1" dirty="0" smtClean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Date: 2026/03/16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5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6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D9FE76B-49B7-122B-0173-0FC9E984D589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3" name="Oval 21">
              <a:extLst>
                <a:ext uri="{FF2B5EF4-FFF2-40B4-BE49-F238E27FC236}">
                  <a16:creationId xmlns:a16="http://schemas.microsoft.com/office/drawing/2014/main" id="{08753D7E-9C76-5745-271E-3279677D49DD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3E91ED7E-6F95-12F9-3EB2-B02A5DF1A8FE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B31B170-9B0C-8CB4-975E-D340975F69B4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9DDE14-C7D6-F82F-1A03-09B74D1D3628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075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Q1- 2026  </a:t>
              </a:r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Work Results</a:t>
              </a: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7ECDC0-7478-1389-3555-719F52C2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164512"/>
              </p:ext>
            </p:extLst>
          </p:nvPr>
        </p:nvGraphicFramePr>
        <p:xfrm>
          <a:off x="616856" y="1551320"/>
          <a:ext cx="11077303" cy="34709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+mn-ea"/>
                        </a:rPr>
                        <a:t>Work Results</a:t>
                      </a: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Developed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clear understanding of my roles, responsibilities, and core job functions. Studied AOI equipment and programs, and learned the procedures for setting up the AOI station.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Learned how to operate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stations, identified common issues occurring at the stations, and performed troubleshooting to resolve problems promptly to ensure smooth production.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249603"/>
                  </a:ext>
                </a:extLst>
              </a:tr>
              <a:tr h="57848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Conducted project training, performed testing, and monitored the AOI CCX station to identify and resolve issues.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Set up cameras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the AOI Flex5 and Flex8 Stations.  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Participated in training for the new project, and carried out operation and monitoring activities.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Rounded Rectangle 2"/>
          <p:cNvSpPr/>
          <p:nvPr/>
        </p:nvSpPr>
        <p:spPr>
          <a:xfrm>
            <a:off x="480286" y="1110450"/>
            <a:ext cx="11240892" cy="4767754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9049" y="1639171"/>
            <a:ext cx="10313901" cy="3084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Performed daily machine checks before operation.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Learned how to training projects on the Cambrian System.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Learned how to retrieve data from the SFIS.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Learned the procedures for setting up an AOI station.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Identified common issues at AOI stations and resolve them.</a:t>
            </a:r>
            <a:endParaRPr lang="en-US" sz="1400" b="1" dirty="0" smtClean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136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5578" y="919316"/>
            <a:ext cx="11322746" cy="5157010"/>
          </a:xfrm>
          <a:prstGeom prst="roundRect">
            <a:avLst/>
          </a:prstGeom>
          <a:solidFill>
            <a:schemeClr val="bg1"/>
          </a:solidFill>
          <a:ln w="53975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33550" y="1240476"/>
            <a:ext cx="2462126" cy="369250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Set up cameras 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55308" y="5650050"/>
            <a:ext cx="1263239" cy="307777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Test area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213" y="1756228"/>
            <a:ext cx="2794906" cy="372654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757" y="1756227"/>
            <a:ext cx="2794906" cy="372654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641090" y="1933201"/>
            <a:ext cx="420370" cy="5327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圓角矩形圖說文字 5"/>
          <p:cNvSpPr/>
          <p:nvPr/>
        </p:nvSpPr>
        <p:spPr>
          <a:xfrm>
            <a:off x="4763841" y="1594122"/>
            <a:ext cx="1724111" cy="342706"/>
          </a:xfrm>
          <a:prstGeom prst="wedgeRoundRectCallout">
            <a:avLst>
              <a:gd name="adj1" fmla="val -97262"/>
              <a:gd name="adj2" fmla="val 64566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500" dirty="0" smtClean="0">
                <a:solidFill>
                  <a:schemeClr val="tx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Camera Flex5</a:t>
            </a:r>
            <a:endParaRPr lang="en-US" sz="15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106410" y="1921704"/>
            <a:ext cx="447040" cy="544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圓角矩形圖說文字 5"/>
          <p:cNvSpPr/>
          <p:nvPr/>
        </p:nvSpPr>
        <p:spPr>
          <a:xfrm>
            <a:off x="9305648" y="1646931"/>
            <a:ext cx="1778321" cy="335982"/>
          </a:xfrm>
          <a:prstGeom prst="wedgeRoundRectCallout">
            <a:avLst>
              <a:gd name="adj1" fmla="val -97262"/>
              <a:gd name="adj2" fmla="val 64566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500" dirty="0" smtClean="0">
                <a:solidFill>
                  <a:schemeClr val="tx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Camera Flex8</a:t>
            </a:r>
            <a:endParaRPr lang="en-US" sz="15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23256" y="4401693"/>
            <a:ext cx="1510644" cy="995354"/>
          </a:xfrm>
          <a:prstGeom prst="rect">
            <a:avLst/>
          </a:prstGeom>
          <a:noFill/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55230" y="4061164"/>
            <a:ext cx="1549400" cy="1335883"/>
          </a:xfrm>
          <a:prstGeom prst="rect">
            <a:avLst/>
          </a:prstGeom>
          <a:noFill/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Straight Arrow Connector 32"/>
          <p:cNvCxnSpPr>
            <a:stCxn id="15" idx="1"/>
          </p:cNvCxnSpPr>
          <p:nvPr/>
        </p:nvCxnSpPr>
        <p:spPr>
          <a:xfrm flipH="1" flipV="1">
            <a:off x="4061460" y="5482768"/>
            <a:ext cx="1293848" cy="32117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5" idx="3"/>
          </p:cNvCxnSpPr>
          <p:nvPr/>
        </p:nvCxnSpPr>
        <p:spPr>
          <a:xfrm flipV="1">
            <a:off x="6618547" y="5509387"/>
            <a:ext cx="1572953" cy="294552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5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5" name="Rounded Rectangle 14"/>
          <p:cNvSpPr/>
          <p:nvPr/>
        </p:nvSpPr>
        <p:spPr>
          <a:xfrm>
            <a:off x="475554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4" t="4294" r="8448" b="20024"/>
          <a:stretch/>
        </p:blipFill>
        <p:spPr>
          <a:xfrm>
            <a:off x="704973" y="2124492"/>
            <a:ext cx="5721618" cy="26917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3" t="4130" r="8190" b="5050"/>
          <a:stretch/>
        </p:blipFill>
        <p:spPr>
          <a:xfrm>
            <a:off x="6651278" y="2093311"/>
            <a:ext cx="4788882" cy="26917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25130" y="1191499"/>
            <a:ext cx="2645507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Training projects</a:t>
            </a:r>
            <a:endParaRPr lang="en-US" b="1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圓角矩形圖說文字 5"/>
          <p:cNvSpPr/>
          <p:nvPr/>
        </p:nvSpPr>
        <p:spPr>
          <a:xfrm>
            <a:off x="1455128" y="4897010"/>
            <a:ext cx="1862884" cy="413252"/>
          </a:xfrm>
          <a:prstGeom prst="wedgeRoundRectCallout">
            <a:avLst>
              <a:gd name="adj1" fmla="val 36400"/>
              <a:gd name="adj2" fmla="val -165366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500" noProof="0" dirty="0" smtClean="0">
                <a:solidFill>
                  <a:schemeClr val="tx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Project created</a:t>
            </a:r>
            <a:endParaRPr lang="en-US" sz="15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0" name="圓角矩形圖說文字 5"/>
          <p:cNvSpPr/>
          <p:nvPr/>
        </p:nvSpPr>
        <p:spPr>
          <a:xfrm>
            <a:off x="8489949" y="1819650"/>
            <a:ext cx="2416175" cy="466350"/>
          </a:xfrm>
          <a:prstGeom prst="wedgeRoundRectCallout">
            <a:avLst>
              <a:gd name="adj1" fmla="val -67798"/>
              <a:gd name="adj2" fmla="val 112772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500" dirty="0" smtClean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  <a:sym typeface="+mn-ea"/>
              </a:rPr>
              <a:t>Training on Cambrian System</a:t>
            </a:r>
            <a:endParaRPr lang="en-US" sz="15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728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75554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8" y="1154750"/>
            <a:ext cx="3374621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48P-External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4A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line)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8650" y="5167661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92213" y="5167660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3" b="6656"/>
          <a:stretch/>
        </p:blipFill>
        <p:spPr>
          <a:xfrm>
            <a:off x="1029719" y="1788276"/>
            <a:ext cx="4610466" cy="31037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50" y="1788276"/>
            <a:ext cx="5177497" cy="31037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94350" y="3740150"/>
            <a:ext cx="5177497" cy="762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302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15578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1987781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4B line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" t="-409" r="427" b="2560"/>
          <a:stretch/>
        </p:blipFill>
        <p:spPr>
          <a:xfrm>
            <a:off x="1639416" y="1684625"/>
            <a:ext cx="2972840" cy="1829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18836" y="5567157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80471" y="5567157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76" y="2019668"/>
            <a:ext cx="4429700" cy="30065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13076" y="4037809"/>
            <a:ext cx="4429700" cy="762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981" r="129"/>
          <a:stretch/>
        </p:blipFill>
        <p:spPr>
          <a:xfrm>
            <a:off x="1639416" y="3696851"/>
            <a:ext cx="2972840" cy="171093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13076" y="4116919"/>
            <a:ext cx="4429700" cy="80010"/>
          </a:xfrm>
          <a:prstGeom prst="rect">
            <a:avLst/>
          </a:prstGeom>
          <a:noFill/>
          <a:ln w="158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圓角矩形圖說文字 5"/>
          <p:cNvSpPr/>
          <p:nvPr/>
        </p:nvSpPr>
        <p:spPr>
          <a:xfrm>
            <a:off x="4656010" y="2060479"/>
            <a:ext cx="1439990" cy="307881"/>
          </a:xfrm>
          <a:prstGeom prst="wedgeRoundRectCallout">
            <a:avLst>
              <a:gd name="adj1" fmla="val -67798"/>
              <a:gd name="adj2" fmla="val 112772"/>
              <a:gd name="adj3" fmla="val 16667"/>
            </a:avLst>
          </a:prstGeom>
          <a:solidFill>
            <a:schemeClr val="bg1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AOI </a:t>
            </a:r>
            <a:r>
              <a:rPr lang="en-US" sz="1500" dirty="0" smtClean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8P-Label</a:t>
            </a:r>
            <a:endParaRPr lang="en-US" sz="1500" dirty="0">
              <a:solidFill>
                <a:srgbClr val="FF0000"/>
              </a:solidFill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圓角矩形圖說文字 5"/>
          <p:cNvSpPr/>
          <p:nvPr/>
        </p:nvSpPr>
        <p:spPr>
          <a:xfrm>
            <a:off x="4660939" y="3915431"/>
            <a:ext cx="1643290" cy="244755"/>
          </a:xfrm>
          <a:prstGeom prst="wedgeRoundRectCallout">
            <a:avLst>
              <a:gd name="adj1" fmla="val -67798"/>
              <a:gd name="adj2" fmla="val 112772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AOI 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8P-External</a:t>
            </a:r>
            <a:endParaRPr lang="en-US" sz="15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2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75554" y="953971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8" y="1154750"/>
            <a:ext cx="3504021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Somerset-Infra (4C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8203" y="5119767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0995" y="5103741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31" y="1928696"/>
            <a:ext cx="5134517" cy="28154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1" r="325" b="5204"/>
          <a:stretch/>
        </p:blipFill>
        <p:spPr>
          <a:xfrm>
            <a:off x="925130" y="1928696"/>
            <a:ext cx="5150213" cy="28154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07931" y="3845024"/>
            <a:ext cx="5134517" cy="8102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993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61539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3478854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Somerset-WP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(4C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8203" y="5143577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42571" y="5138898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560" r="-209"/>
          <a:stretch/>
        </p:blipFill>
        <p:spPr>
          <a:xfrm>
            <a:off x="1039382" y="1829354"/>
            <a:ext cx="5083530" cy="30110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783" y="1829354"/>
            <a:ext cx="4931965" cy="301109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0783" y="3833769"/>
            <a:ext cx="4931965" cy="8389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250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80286" y="918572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2965219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Revlon 1 (4D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8203" y="5167062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20205" y="5167062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56" y="1855053"/>
            <a:ext cx="4882443" cy="30429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738" y="1855053"/>
            <a:ext cx="4623323" cy="30429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12738" y="4138613"/>
            <a:ext cx="4623323" cy="71437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192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75554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3008861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Revlon 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(4D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70666" y="5189014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2206" y="5189117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20" y="1859482"/>
            <a:ext cx="4863782" cy="30385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" r="10797" b="8783"/>
          <a:stretch/>
        </p:blipFill>
        <p:spPr>
          <a:xfrm>
            <a:off x="6624725" y="1853820"/>
            <a:ext cx="4503351" cy="303851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624725" y="3905250"/>
            <a:ext cx="4503351" cy="7143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147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75554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2938376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Revlon 4 (4E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39651" y="5181252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81451" y="5165226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562" y="1893734"/>
            <a:ext cx="4523048" cy="293248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6" r="176" b="2137"/>
          <a:stretch/>
        </p:blipFill>
        <p:spPr>
          <a:xfrm>
            <a:off x="1020265" y="1899865"/>
            <a:ext cx="5047160" cy="29077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57963" y="3862388"/>
            <a:ext cx="4401503" cy="8096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680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34627" y="973827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3709901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</a:t>
            </a:r>
            <a:r>
              <a:rPr lang="en-US" b="1" dirty="0" err="1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Nanook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External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(4J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97432" y="5056209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3574" y="5056209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9" r="660" b="2087"/>
          <a:stretch/>
        </p:blipFill>
        <p:spPr>
          <a:xfrm>
            <a:off x="1054727" y="1788277"/>
            <a:ext cx="5186682" cy="29965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233" y="1788871"/>
            <a:ext cx="4563070" cy="29992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36233" y="3810000"/>
            <a:ext cx="4563070" cy="9906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839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92561" y="944446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2614526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Star (4J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18680" y="5188970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51021" y="5188969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1" r="800" b="2002"/>
          <a:stretch/>
        </p:blipFill>
        <p:spPr>
          <a:xfrm>
            <a:off x="1055007" y="1933835"/>
            <a:ext cx="5055216" cy="29582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7" r="6895" b="20151"/>
          <a:stretch/>
        </p:blipFill>
        <p:spPr>
          <a:xfrm>
            <a:off x="6384092" y="1970132"/>
            <a:ext cx="5069803" cy="28439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84092" y="4057650"/>
            <a:ext cx="5042557" cy="1051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6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92561" y="973827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3898304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Panasonic External (4K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55487" y="5271045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81476" y="5271045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03" y="1914877"/>
            <a:ext cx="5042911" cy="296751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" r="8929" b="7617"/>
          <a:stretch/>
        </p:blipFill>
        <p:spPr>
          <a:xfrm>
            <a:off x="6522561" y="1914877"/>
            <a:ext cx="4430790" cy="29675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22561" y="3767138"/>
            <a:ext cx="4430790" cy="762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866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80286" y="973827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199" y="1154750"/>
            <a:ext cx="3898304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Panasonic </a:t>
            </a:r>
            <a:r>
              <a:rPr lang="en-US" b="1" dirty="0" err="1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Giftbox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(4K 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38319" y="5271045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07311" y="5271045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47" r="552" b="1525"/>
          <a:stretch/>
        </p:blipFill>
        <p:spPr>
          <a:xfrm>
            <a:off x="1126393" y="1981200"/>
            <a:ext cx="5032240" cy="29781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r="10543" b="18880"/>
          <a:stretch/>
        </p:blipFill>
        <p:spPr>
          <a:xfrm>
            <a:off x="6434415" y="1981200"/>
            <a:ext cx="4963874" cy="2978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72238" y="4557713"/>
            <a:ext cx="4911953" cy="762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723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80286" y="973827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5130" y="1184131"/>
            <a:ext cx="3898304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CCX350 (4P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19636" y="5264089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64461" y="5264088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738" y="1927835"/>
            <a:ext cx="4564987" cy="30019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36" y="1927835"/>
            <a:ext cx="5039589" cy="29640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69738" y="4572000"/>
            <a:ext cx="4564987" cy="8096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383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Detailed description of Work results 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E6476685-0E8C-F870-4F9C-608BC479F9B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5F82B62A-83DA-512C-A3C8-3215F691000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B7017BAA-45D0-589B-0393-F15152A3EF6D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5A4CBE8-C86E-D405-7072-71CE5226122E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E0587B-810D-1DEA-6B31-75D48683B90D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80286" y="973827"/>
            <a:ext cx="11322746" cy="5157010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5130" y="1184131"/>
            <a:ext cx="3898304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AOI </a:t>
            </a: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CCX400 (4P </a:t>
            </a: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line)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0770" y="5271045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Inspection Program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40199" y="5254741"/>
            <a:ext cx="1808387" cy="307777"/>
          </a:xfrm>
          <a:prstGeom prst="rect">
            <a:avLst/>
          </a:prstGeom>
          <a:noFill/>
          <a:ln w="25400">
            <a:solidFill>
              <a:srgbClr val="BA996E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SFIS Data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2" r="9508" b="22324"/>
          <a:stretch/>
        </p:blipFill>
        <p:spPr>
          <a:xfrm>
            <a:off x="6361675" y="1939342"/>
            <a:ext cx="4879573" cy="29812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43" y="1942901"/>
            <a:ext cx="4762842" cy="29741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8014" y="4567238"/>
            <a:ext cx="4853234" cy="10001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839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E904-F9AF-9838-A4E1-2D5CD88E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07ED42B8-5863-586D-A246-27C010974C5C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3AFA9E56-E0AD-66F0-24B8-6EBA0A4E278E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E1995188-6988-C7DA-9EAA-4469FDD3B178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8750DFA4-0562-6808-49CD-727BECADDA5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FAC37000-FEC0-A474-CA35-55C8FC46C019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48E5AB8A-FE36-5E62-CED8-B903E83601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824477F-BCF0-153D-30FB-7A429C8FBD3D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B8C925B-29B5-80D4-2662-34DAE74238DE}"/>
                </a:ext>
              </a:extLst>
            </p:cNvPr>
            <p:cNvSpPr txBox="1"/>
            <p:nvPr/>
          </p:nvSpPr>
          <p:spPr>
            <a:xfrm>
              <a:off x="1604962" y="196222"/>
              <a:ext cx="70864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Improvement project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65A86832-6B4D-0287-AEE8-02E38F1E3983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205DE6AE-0EF7-BDBB-9F7E-FB31AB21362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2649D9D-8911-E944-E6C1-5D8A1F6C6857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60A5C4-DD51-7C68-FD08-20C97C3CFB8F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805675D-CF6C-BBE4-D3A9-2E419665713F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" name="Rounded Rectangle 16"/>
          <p:cNvSpPr/>
          <p:nvPr/>
        </p:nvSpPr>
        <p:spPr>
          <a:xfrm>
            <a:off x="480286" y="1110450"/>
            <a:ext cx="11254514" cy="4991006"/>
          </a:xfrm>
          <a:prstGeom prst="round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01329" y="1400006"/>
            <a:ext cx="5580445" cy="371475"/>
          </a:xfrm>
          <a:prstGeom prst="roundRect">
            <a:avLst/>
          </a:prstGeom>
          <a:solidFill>
            <a:srgbClr val="BA996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Process Improvements for AOI External Stations</a:t>
            </a:r>
            <a:endParaRPr lang="en-US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128" y="2124626"/>
            <a:ext cx="7205456" cy="3046988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600" dirty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Standardized the setup and pre-operation inspection process for the AOI external station be developing a checklist.</a:t>
            </a:r>
          </a:p>
          <a:p>
            <a:pPr marL="285750" marR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</a:t>
            </a:r>
            <a:r>
              <a:rPr kumimoji="0" lang="en-US" sz="1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checklist includes verifying lighting conditions, camera focus, system performance, and ensuring the correct inspection program is used for the product model. </a:t>
            </a:r>
          </a:p>
          <a:p>
            <a:pPr marL="285750" marR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600" baseline="0" dirty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 golden</a:t>
            </a:r>
            <a:r>
              <a:rPr lang="en-US" sz="1600" dirty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board verification process was implemented to validate inspection results and adjust parameters when necessary to ensure stable and accurate operation.</a:t>
            </a:r>
          </a:p>
          <a:p>
            <a:pPr marR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 sz="1600" noProof="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R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</a:t>
            </a:r>
            <a:r>
              <a:rPr kumimoji="0" lang="en-US" sz="16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improvement reduces setup-related errors, improves production stability, and helps new members follow the standard procedure more easily.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099" y="2124628"/>
            <a:ext cx="2313526" cy="30847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499" y="5244014"/>
            <a:ext cx="1419226" cy="261610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vi-VN" sz="1050" dirty="0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Figure: AOI </a:t>
            </a:r>
            <a:r>
              <a:rPr lang="en-US" sz="1050" dirty="0" smtClean="0">
                <a:solidFill>
                  <a:schemeClr val="bg1">
                    <a:lumMod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external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37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0428501F-31AB-0DD5-93DE-5E7D2BFF6F7B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A9881145-5EAD-7464-9FEB-B3DCD1046003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3D96D5F-05B0-311A-4C20-757990B8425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374A306-13D2-599F-6839-42540F4C4012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53B6089-68C3-C7E1-E768-FA5D4836C129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04962" y="196222"/>
              <a:ext cx="72913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sym typeface="+mn-ea"/>
                </a:rPr>
                <a:t>Q2 Work and Self- Development Plan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322183"/>
              </p:ext>
            </p:extLst>
          </p:nvPr>
        </p:nvGraphicFramePr>
        <p:xfrm>
          <a:off x="616856" y="1589105"/>
          <a:ext cx="11077303" cy="23139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Work</a:t>
                      </a:r>
                      <a:r>
                        <a:rPr lang="en-US" altLang="zh-TW" sz="2000" baseline="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and Self- Development Plan</a:t>
                      </a:r>
                      <a:endParaRPr lang="zh-TW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Develop proficiency in operating the existing AOI stations.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Develop teamwork skills to contribute ideas for production improvement.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Develop troubleshooting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skills.</a:t>
                      </a:r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82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77D081A-23EC-28BC-E9A2-12AF4C1943AF}"/>
              </a:ext>
            </a:extLst>
          </p:cNvPr>
          <p:cNvGrpSpPr/>
          <p:nvPr/>
        </p:nvGrpSpPr>
        <p:grpSpPr>
          <a:xfrm>
            <a:off x="670560" y="359028"/>
            <a:ext cx="10850880" cy="6368044"/>
            <a:chOff x="2687161" y="3731096"/>
            <a:chExt cx="5158677" cy="3027467"/>
          </a:xfrm>
          <a:solidFill>
            <a:srgbClr val="F3F3F3">
              <a:alpha val="70000"/>
            </a:srgbClr>
          </a:solidFill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7A4573F8-6937-86ED-DA57-19CBB54AC432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49FC5EDC-C132-2D3F-82BC-185E08553B3A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2E6F49D-B8E8-E22F-E078-46540DAAFD6D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C7CEE80-9713-274D-065D-98D3B85113E5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C3F24F34-AB41-BCCA-4BB7-4A7B92AAD306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384959DD-456C-BA05-F33C-465D58CE8D02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A2E6CB6A-6597-3032-2E74-65BE56923958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7">
              <a:extLst>
                <a:ext uri="{FF2B5EF4-FFF2-40B4-BE49-F238E27FC236}">
                  <a16:creationId xmlns:a16="http://schemas.microsoft.com/office/drawing/2014/main" id="{C45F9899-2976-EEE4-456B-6EEB89BA429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F97D090-67C8-5D68-45E1-A869836A157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9">
              <a:extLst>
                <a:ext uri="{FF2B5EF4-FFF2-40B4-BE49-F238E27FC236}">
                  <a16:creationId xmlns:a16="http://schemas.microsoft.com/office/drawing/2014/main" id="{B6CEBBE6-941A-F48D-2B1C-C4C4ADD2BDC2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F77A88D7-B874-B397-E814-67F16FD5B28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1">
              <a:extLst>
                <a:ext uri="{FF2B5EF4-FFF2-40B4-BE49-F238E27FC236}">
                  <a16:creationId xmlns:a16="http://schemas.microsoft.com/office/drawing/2014/main" id="{3D2B9FE7-92B2-7184-9165-F6AD75B3733A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528BBB0B-3AA2-BEF8-A5FB-6A0A0A22EA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B6BD2CA9-C045-FD40-CE92-D5BA83A3FBE6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4">
              <a:extLst>
                <a:ext uri="{FF2B5EF4-FFF2-40B4-BE49-F238E27FC236}">
                  <a16:creationId xmlns:a16="http://schemas.microsoft.com/office/drawing/2014/main" id="{362F4038-DEEB-EC03-E66C-A6FBB7FF34D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4607E0B0-27EC-AAE4-5D4C-178A0B80DDE2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6CDD5853-F08A-8852-34F3-C1BBB7511A2F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C6BAD6A3-3482-12FB-DF79-2C00CAC8E23E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0D58F878-D699-BF90-F0D3-E279C95EC0C1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086950D6-063F-2702-AEC4-5E0112B6DB6E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:a16="http://schemas.microsoft.com/office/drawing/2014/main" id="{E515F2B9-6B5E-219D-D92C-BA2414832CA3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:a16="http://schemas.microsoft.com/office/drawing/2014/main" id="{41A1E5CE-DBC5-04C7-9E24-E2C49957CBD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BA294110-2951-C29E-067B-1904BC2CFF7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">
              <a:extLst>
                <a:ext uri="{FF2B5EF4-FFF2-40B4-BE49-F238E27FC236}">
                  <a16:creationId xmlns:a16="http://schemas.microsoft.com/office/drawing/2014/main" id="{FC5FD4D9-40A7-FEF1-DCD9-A1A95D0123BD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4">
              <a:extLst>
                <a:ext uri="{FF2B5EF4-FFF2-40B4-BE49-F238E27FC236}">
                  <a16:creationId xmlns:a16="http://schemas.microsoft.com/office/drawing/2014/main" id="{FBDC049B-F60F-AB83-03B3-7A88B46D9B2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366587DD-155D-714C-DE2E-A1EA295B195F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6">
              <a:extLst>
                <a:ext uri="{FF2B5EF4-FFF2-40B4-BE49-F238E27FC236}">
                  <a16:creationId xmlns:a16="http://schemas.microsoft.com/office/drawing/2014/main" id="{13C9D349-41E5-6CA0-0213-6B1CEE60F6F2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7">
              <a:extLst>
                <a:ext uri="{FF2B5EF4-FFF2-40B4-BE49-F238E27FC236}">
                  <a16:creationId xmlns:a16="http://schemas.microsoft.com/office/drawing/2014/main" id="{EA583DF7-53C6-7A50-BF80-E86D72AD6BA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8">
              <a:extLst>
                <a:ext uri="{FF2B5EF4-FFF2-40B4-BE49-F238E27FC236}">
                  <a16:creationId xmlns:a16="http://schemas.microsoft.com/office/drawing/2014/main" id="{C73078B7-4006-93D1-9F76-C0559BB73D5B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9">
              <a:extLst>
                <a:ext uri="{FF2B5EF4-FFF2-40B4-BE49-F238E27FC236}">
                  <a16:creationId xmlns:a16="http://schemas.microsoft.com/office/drawing/2014/main" id="{12C312A9-51F7-74A1-522E-7B1CA5205AC5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0">
              <a:extLst>
                <a:ext uri="{FF2B5EF4-FFF2-40B4-BE49-F238E27FC236}">
                  <a16:creationId xmlns:a16="http://schemas.microsoft.com/office/drawing/2014/main" id="{9F5D3F7C-417F-880A-39F7-DF75C0663099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1">
              <a:extLst>
                <a:ext uri="{FF2B5EF4-FFF2-40B4-BE49-F238E27FC236}">
                  <a16:creationId xmlns:a16="http://schemas.microsoft.com/office/drawing/2014/main" id="{9655693D-1021-17BB-D6B7-85CF049C9F5A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2">
              <a:extLst>
                <a:ext uri="{FF2B5EF4-FFF2-40B4-BE49-F238E27FC236}">
                  <a16:creationId xmlns:a16="http://schemas.microsoft.com/office/drawing/2014/main" id="{138BECA5-B6A9-2B9E-28E6-9314815026CA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3">
              <a:extLst>
                <a:ext uri="{FF2B5EF4-FFF2-40B4-BE49-F238E27FC236}">
                  <a16:creationId xmlns:a16="http://schemas.microsoft.com/office/drawing/2014/main" id="{558D37A2-C07A-7ABD-33F8-50EBE6E2AF16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4">
              <a:extLst>
                <a:ext uri="{FF2B5EF4-FFF2-40B4-BE49-F238E27FC236}">
                  <a16:creationId xmlns:a16="http://schemas.microsoft.com/office/drawing/2014/main" id="{61C1EBAF-8379-5819-3CC1-95C0C5DE06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5">
              <a:extLst>
                <a:ext uri="{FF2B5EF4-FFF2-40B4-BE49-F238E27FC236}">
                  <a16:creationId xmlns:a16="http://schemas.microsoft.com/office/drawing/2014/main" id="{68F3EB5C-EC8A-A67A-34F6-98EEB5EF8CE6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6">
              <a:extLst>
                <a:ext uri="{FF2B5EF4-FFF2-40B4-BE49-F238E27FC236}">
                  <a16:creationId xmlns:a16="http://schemas.microsoft.com/office/drawing/2014/main" id="{F07B861C-C716-A2AA-A112-D10988A278D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7">
              <a:extLst>
                <a:ext uri="{FF2B5EF4-FFF2-40B4-BE49-F238E27FC236}">
                  <a16:creationId xmlns:a16="http://schemas.microsoft.com/office/drawing/2014/main" id="{A1C14D9B-0A2E-E885-1FB5-2BD9B2DDAE23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8">
              <a:extLst>
                <a:ext uri="{FF2B5EF4-FFF2-40B4-BE49-F238E27FC236}">
                  <a16:creationId xmlns:a16="http://schemas.microsoft.com/office/drawing/2014/main" id="{AE2D2B93-8313-5B3C-6356-E8B612213E6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9">
              <a:extLst>
                <a:ext uri="{FF2B5EF4-FFF2-40B4-BE49-F238E27FC236}">
                  <a16:creationId xmlns:a16="http://schemas.microsoft.com/office/drawing/2014/main" id="{A04D2050-F210-C3B2-CB8E-EB63F940373B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50">
              <a:extLst>
                <a:ext uri="{FF2B5EF4-FFF2-40B4-BE49-F238E27FC236}">
                  <a16:creationId xmlns:a16="http://schemas.microsoft.com/office/drawing/2014/main" id="{6A75537C-D56C-0D82-983C-9808E1973A6F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51">
              <a:extLst>
                <a:ext uri="{FF2B5EF4-FFF2-40B4-BE49-F238E27FC236}">
                  <a16:creationId xmlns:a16="http://schemas.microsoft.com/office/drawing/2014/main" id="{457ECB51-F55B-7F3A-9D3C-BAA2246E728A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2">
              <a:extLst>
                <a:ext uri="{FF2B5EF4-FFF2-40B4-BE49-F238E27FC236}">
                  <a16:creationId xmlns:a16="http://schemas.microsoft.com/office/drawing/2014/main" id="{8BE1695C-2FDC-7038-FE89-8078229FA93C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3">
              <a:extLst>
                <a:ext uri="{FF2B5EF4-FFF2-40B4-BE49-F238E27FC236}">
                  <a16:creationId xmlns:a16="http://schemas.microsoft.com/office/drawing/2014/main" id="{C2C04706-286F-6090-B318-AB74444C624E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4">
              <a:extLst>
                <a:ext uri="{FF2B5EF4-FFF2-40B4-BE49-F238E27FC236}">
                  <a16:creationId xmlns:a16="http://schemas.microsoft.com/office/drawing/2014/main" id="{47E70E2B-2131-5652-D0FB-2F9D115D5A79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5">
              <a:extLst>
                <a:ext uri="{FF2B5EF4-FFF2-40B4-BE49-F238E27FC236}">
                  <a16:creationId xmlns:a16="http://schemas.microsoft.com/office/drawing/2014/main" id="{CC238BE2-7690-9A48-C602-2D98BAC4F779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6">
              <a:extLst>
                <a:ext uri="{FF2B5EF4-FFF2-40B4-BE49-F238E27FC236}">
                  <a16:creationId xmlns:a16="http://schemas.microsoft.com/office/drawing/2014/main" id="{8F65AA75-2B18-17E8-F9C2-C49201E589B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7">
              <a:extLst>
                <a:ext uri="{FF2B5EF4-FFF2-40B4-BE49-F238E27FC236}">
                  <a16:creationId xmlns:a16="http://schemas.microsoft.com/office/drawing/2014/main" id="{9A83FABF-242B-6F37-D4D7-AB874575E42A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8">
              <a:extLst>
                <a:ext uri="{FF2B5EF4-FFF2-40B4-BE49-F238E27FC236}">
                  <a16:creationId xmlns:a16="http://schemas.microsoft.com/office/drawing/2014/main" id="{AB00ED80-4597-F69C-1622-C84D514099D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9">
              <a:extLst>
                <a:ext uri="{FF2B5EF4-FFF2-40B4-BE49-F238E27FC236}">
                  <a16:creationId xmlns:a16="http://schemas.microsoft.com/office/drawing/2014/main" id="{2DFF1F49-C628-32AD-05A5-16FF8DA3DC3A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60">
              <a:extLst>
                <a:ext uri="{FF2B5EF4-FFF2-40B4-BE49-F238E27FC236}">
                  <a16:creationId xmlns:a16="http://schemas.microsoft.com/office/drawing/2014/main" id="{3884F08F-AAA1-DD6C-27A7-10478CD3F84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61">
              <a:extLst>
                <a:ext uri="{FF2B5EF4-FFF2-40B4-BE49-F238E27FC236}">
                  <a16:creationId xmlns:a16="http://schemas.microsoft.com/office/drawing/2014/main" id="{100AC84E-7863-38C6-70D2-5EA689D4726C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62">
              <a:extLst>
                <a:ext uri="{FF2B5EF4-FFF2-40B4-BE49-F238E27FC236}">
                  <a16:creationId xmlns:a16="http://schemas.microsoft.com/office/drawing/2014/main" id="{D41E1187-706B-5E75-D100-6A20102B202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63">
              <a:extLst>
                <a:ext uri="{FF2B5EF4-FFF2-40B4-BE49-F238E27FC236}">
                  <a16:creationId xmlns:a16="http://schemas.microsoft.com/office/drawing/2014/main" id="{030BCDAA-A74E-4FB5-F25D-4A3FA93B270C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4">
              <a:extLst>
                <a:ext uri="{FF2B5EF4-FFF2-40B4-BE49-F238E27FC236}">
                  <a16:creationId xmlns:a16="http://schemas.microsoft.com/office/drawing/2014/main" id="{320BA52C-33DB-D23C-7424-7AE25F975324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5">
              <a:extLst>
                <a:ext uri="{FF2B5EF4-FFF2-40B4-BE49-F238E27FC236}">
                  <a16:creationId xmlns:a16="http://schemas.microsoft.com/office/drawing/2014/main" id="{EC34D5C0-298C-76D8-1EB4-FEBACCAB63CE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6">
              <a:extLst>
                <a:ext uri="{FF2B5EF4-FFF2-40B4-BE49-F238E27FC236}">
                  <a16:creationId xmlns:a16="http://schemas.microsoft.com/office/drawing/2014/main" id="{91E69C4F-D9CD-A2D6-5900-2D8E3D9048DF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7">
              <a:extLst>
                <a:ext uri="{FF2B5EF4-FFF2-40B4-BE49-F238E27FC236}">
                  <a16:creationId xmlns:a16="http://schemas.microsoft.com/office/drawing/2014/main" id="{B7635481-8364-6211-7267-6FE1850DC383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8">
              <a:extLst>
                <a:ext uri="{FF2B5EF4-FFF2-40B4-BE49-F238E27FC236}">
                  <a16:creationId xmlns:a16="http://schemas.microsoft.com/office/drawing/2014/main" id="{42E8E9BF-A608-A530-1A06-8E7FD5D8752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9">
              <a:extLst>
                <a:ext uri="{FF2B5EF4-FFF2-40B4-BE49-F238E27FC236}">
                  <a16:creationId xmlns:a16="http://schemas.microsoft.com/office/drawing/2014/main" id="{6F48C602-4F89-9101-99B0-AFA36A8D3425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70">
              <a:extLst>
                <a:ext uri="{FF2B5EF4-FFF2-40B4-BE49-F238E27FC236}">
                  <a16:creationId xmlns:a16="http://schemas.microsoft.com/office/drawing/2014/main" id="{B2808E0B-1B2F-0733-9302-210209556A4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71">
              <a:extLst>
                <a:ext uri="{FF2B5EF4-FFF2-40B4-BE49-F238E27FC236}">
                  <a16:creationId xmlns:a16="http://schemas.microsoft.com/office/drawing/2014/main" id="{04061A2B-6028-AC3D-1793-F71AB3B8A196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72">
              <a:extLst>
                <a:ext uri="{FF2B5EF4-FFF2-40B4-BE49-F238E27FC236}">
                  <a16:creationId xmlns:a16="http://schemas.microsoft.com/office/drawing/2014/main" id="{FC0CC240-3342-6079-9681-A5DF4E4B9724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73">
              <a:extLst>
                <a:ext uri="{FF2B5EF4-FFF2-40B4-BE49-F238E27FC236}">
                  <a16:creationId xmlns:a16="http://schemas.microsoft.com/office/drawing/2014/main" id="{1D9E668B-50AE-56B6-E104-7DDD4000703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74">
              <a:extLst>
                <a:ext uri="{FF2B5EF4-FFF2-40B4-BE49-F238E27FC236}">
                  <a16:creationId xmlns:a16="http://schemas.microsoft.com/office/drawing/2014/main" id="{A6D3E211-FB89-4A12-CE14-BB1376281F73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5">
              <a:extLst>
                <a:ext uri="{FF2B5EF4-FFF2-40B4-BE49-F238E27FC236}">
                  <a16:creationId xmlns:a16="http://schemas.microsoft.com/office/drawing/2014/main" id="{BFDE91EF-0B80-4893-7CA7-D8DF75A92E34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6">
              <a:extLst>
                <a:ext uri="{FF2B5EF4-FFF2-40B4-BE49-F238E27FC236}">
                  <a16:creationId xmlns:a16="http://schemas.microsoft.com/office/drawing/2014/main" id="{6B8E6E9C-DA4B-782F-208B-D90E723EBA0F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7">
              <a:extLst>
                <a:ext uri="{FF2B5EF4-FFF2-40B4-BE49-F238E27FC236}">
                  <a16:creationId xmlns:a16="http://schemas.microsoft.com/office/drawing/2014/main" id="{77BC6D8F-BF6F-6F89-C8F2-756316D08D0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8">
              <a:extLst>
                <a:ext uri="{FF2B5EF4-FFF2-40B4-BE49-F238E27FC236}">
                  <a16:creationId xmlns:a16="http://schemas.microsoft.com/office/drawing/2014/main" id="{579C1F33-3CB3-B91B-E51D-AAFCC47544B1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9">
              <a:extLst>
                <a:ext uri="{FF2B5EF4-FFF2-40B4-BE49-F238E27FC236}">
                  <a16:creationId xmlns:a16="http://schemas.microsoft.com/office/drawing/2014/main" id="{EEC62C97-F39D-31E6-EFFF-055519E1C474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80">
              <a:extLst>
                <a:ext uri="{FF2B5EF4-FFF2-40B4-BE49-F238E27FC236}">
                  <a16:creationId xmlns:a16="http://schemas.microsoft.com/office/drawing/2014/main" id="{D8464B93-D492-B9C2-9DB7-7AE10E8457C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81">
              <a:extLst>
                <a:ext uri="{FF2B5EF4-FFF2-40B4-BE49-F238E27FC236}">
                  <a16:creationId xmlns:a16="http://schemas.microsoft.com/office/drawing/2014/main" id="{BE3DA32F-1688-4A56-BE11-8100302A57B5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82">
              <a:extLst>
                <a:ext uri="{FF2B5EF4-FFF2-40B4-BE49-F238E27FC236}">
                  <a16:creationId xmlns:a16="http://schemas.microsoft.com/office/drawing/2014/main" id="{CFB82062-C9B5-7A2C-F083-0EEB5927C234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83">
              <a:extLst>
                <a:ext uri="{FF2B5EF4-FFF2-40B4-BE49-F238E27FC236}">
                  <a16:creationId xmlns:a16="http://schemas.microsoft.com/office/drawing/2014/main" id="{8150F092-D64D-C4AC-9786-A6D85921D13B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84">
              <a:extLst>
                <a:ext uri="{FF2B5EF4-FFF2-40B4-BE49-F238E27FC236}">
                  <a16:creationId xmlns:a16="http://schemas.microsoft.com/office/drawing/2014/main" id="{4CE5D5A9-936A-28E3-016E-B8D89D9BB15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5">
              <a:extLst>
                <a:ext uri="{FF2B5EF4-FFF2-40B4-BE49-F238E27FC236}">
                  <a16:creationId xmlns:a16="http://schemas.microsoft.com/office/drawing/2014/main" id="{E08AC62A-1368-135D-8C25-480B5E9BF557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6">
              <a:extLst>
                <a:ext uri="{FF2B5EF4-FFF2-40B4-BE49-F238E27FC236}">
                  <a16:creationId xmlns:a16="http://schemas.microsoft.com/office/drawing/2014/main" id="{915F276E-E6DF-61FA-FCB4-413FFE0DA93B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7">
              <a:extLst>
                <a:ext uri="{FF2B5EF4-FFF2-40B4-BE49-F238E27FC236}">
                  <a16:creationId xmlns:a16="http://schemas.microsoft.com/office/drawing/2014/main" id="{7FDF2C1B-8F1B-DAEC-593F-35205913C341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8">
              <a:extLst>
                <a:ext uri="{FF2B5EF4-FFF2-40B4-BE49-F238E27FC236}">
                  <a16:creationId xmlns:a16="http://schemas.microsoft.com/office/drawing/2014/main" id="{75E89A4F-F943-813B-9EF6-057F4F31CC50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9">
              <a:extLst>
                <a:ext uri="{FF2B5EF4-FFF2-40B4-BE49-F238E27FC236}">
                  <a16:creationId xmlns:a16="http://schemas.microsoft.com/office/drawing/2014/main" id="{6275A560-4D7F-5AAA-2808-DDEC7C25CF81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90">
              <a:extLst>
                <a:ext uri="{FF2B5EF4-FFF2-40B4-BE49-F238E27FC236}">
                  <a16:creationId xmlns:a16="http://schemas.microsoft.com/office/drawing/2014/main" id="{C2FABB23-1922-86FC-EF64-1C7F727D0CA7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91">
              <a:extLst>
                <a:ext uri="{FF2B5EF4-FFF2-40B4-BE49-F238E27FC236}">
                  <a16:creationId xmlns:a16="http://schemas.microsoft.com/office/drawing/2014/main" id="{C1D42D7B-5B82-BAD6-56FC-89E68C81697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92">
              <a:extLst>
                <a:ext uri="{FF2B5EF4-FFF2-40B4-BE49-F238E27FC236}">
                  <a16:creationId xmlns:a16="http://schemas.microsoft.com/office/drawing/2014/main" id="{D97A8E01-D831-6909-C89E-ECE6143D0F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93">
              <a:extLst>
                <a:ext uri="{FF2B5EF4-FFF2-40B4-BE49-F238E27FC236}">
                  <a16:creationId xmlns:a16="http://schemas.microsoft.com/office/drawing/2014/main" id="{7872F816-55BC-C9FF-3D3B-D349678C8C2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4">
              <a:extLst>
                <a:ext uri="{FF2B5EF4-FFF2-40B4-BE49-F238E27FC236}">
                  <a16:creationId xmlns:a16="http://schemas.microsoft.com/office/drawing/2014/main" id="{446733EC-7102-65AA-CC67-0DC97DD2AFDB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5">
              <a:extLst>
                <a:ext uri="{FF2B5EF4-FFF2-40B4-BE49-F238E27FC236}">
                  <a16:creationId xmlns:a16="http://schemas.microsoft.com/office/drawing/2014/main" id="{38620EA7-455F-6DE9-F662-C0D30C6CCC1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6">
              <a:extLst>
                <a:ext uri="{FF2B5EF4-FFF2-40B4-BE49-F238E27FC236}">
                  <a16:creationId xmlns:a16="http://schemas.microsoft.com/office/drawing/2014/main" id="{9C9207BA-724F-EED9-EF68-5274A476BAA6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7">
              <a:extLst>
                <a:ext uri="{FF2B5EF4-FFF2-40B4-BE49-F238E27FC236}">
                  <a16:creationId xmlns:a16="http://schemas.microsoft.com/office/drawing/2014/main" id="{BF2504A6-1981-16CF-FC56-825C7A018A91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8">
              <a:extLst>
                <a:ext uri="{FF2B5EF4-FFF2-40B4-BE49-F238E27FC236}">
                  <a16:creationId xmlns:a16="http://schemas.microsoft.com/office/drawing/2014/main" id="{B2FAB6ED-2DFE-DB4D-2874-566E4F7A73C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9">
              <a:extLst>
                <a:ext uri="{FF2B5EF4-FFF2-40B4-BE49-F238E27FC236}">
                  <a16:creationId xmlns:a16="http://schemas.microsoft.com/office/drawing/2014/main" id="{BD2CF8CE-B874-2132-54CD-344032DB1835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00">
              <a:extLst>
                <a:ext uri="{FF2B5EF4-FFF2-40B4-BE49-F238E27FC236}">
                  <a16:creationId xmlns:a16="http://schemas.microsoft.com/office/drawing/2014/main" id="{FC2C887F-0EE0-8DE3-EDB9-3869B8E64C08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01">
              <a:extLst>
                <a:ext uri="{FF2B5EF4-FFF2-40B4-BE49-F238E27FC236}">
                  <a16:creationId xmlns:a16="http://schemas.microsoft.com/office/drawing/2014/main" id="{075590EA-738D-3CC9-3BEC-C0615AC7BFEE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02">
              <a:extLst>
                <a:ext uri="{FF2B5EF4-FFF2-40B4-BE49-F238E27FC236}">
                  <a16:creationId xmlns:a16="http://schemas.microsoft.com/office/drawing/2014/main" id="{8D149286-03E9-1A4D-4A38-5883E59E242F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03">
              <a:extLst>
                <a:ext uri="{FF2B5EF4-FFF2-40B4-BE49-F238E27FC236}">
                  <a16:creationId xmlns:a16="http://schemas.microsoft.com/office/drawing/2014/main" id="{AC00C56D-DB49-BF08-376C-3DAC989939A0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04">
              <a:extLst>
                <a:ext uri="{FF2B5EF4-FFF2-40B4-BE49-F238E27FC236}">
                  <a16:creationId xmlns:a16="http://schemas.microsoft.com/office/drawing/2014/main" id="{71C8DF54-500A-2577-79F7-330D6EA9D2A9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5">
              <a:extLst>
                <a:ext uri="{FF2B5EF4-FFF2-40B4-BE49-F238E27FC236}">
                  <a16:creationId xmlns:a16="http://schemas.microsoft.com/office/drawing/2014/main" id="{D933F7C9-84E1-D69E-0A5B-0EA93DFBF4E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6">
              <a:extLst>
                <a:ext uri="{FF2B5EF4-FFF2-40B4-BE49-F238E27FC236}">
                  <a16:creationId xmlns:a16="http://schemas.microsoft.com/office/drawing/2014/main" id="{D461D2D4-167F-2D8C-045B-A6E6B3770134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7">
              <a:extLst>
                <a:ext uri="{FF2B5EF4-FFF2-40B4-BE49-F238E27FC236}">
                  <a16:creationId xmlns:a16="http://schemas.microsoft.com/office/drawing/2014/main" id="{38C3DA35-8061-B0F7-1EAC-AFD338C91DFB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8">
              <a:extLst>
                <a:ext uri="{FF2B5EF4-FFF2-40B4-BE49-F238E27FC236}">
                  <a16:creationId xmlns:a16="http://schemas.microsoft.com/office/drawing/2014/main" id="{0096DD00-7A52-2079-5D91-8E73BE48FF03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9">
              <a:extLst>
                <a:ext uri="{FF2B5EF4-FFF2-40B4-BE49-F238E27FC236}">
                  <a16:creationId xmlns:a16="http://schemas.microsoft.com/office/drawing/2014/main" id="{110FB6F9-1799-7210-E510-673D01938199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10">
              <a:extLst>
                <a:ext uri="{FF2B5EF4-FFF2-40B4-BE49-F238E27FC236}">
                  <a16:creationId xmlns:a16="http://schemas.microsoft.com/office/drawing/2014/main" id="{EDA692EC-1084-B863-9B6B-27656FA239A6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11">
              <a:extLst>
                <a:ext uri="{FF2B5EF4-FFF2-40B4-BE49-F238E27FC236}">
                  <a16:creationId xmlns:a16="http://schemas.microsoft.com/office/drawing/2014/main" id="{E1578024-F6C9-B47A-D104-CE3DF808C40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12">
              <a:extLst>
                <a:ext uri="{FF2B5EF4-FFF2-40B4-BE49-F238E27FC236}">
                  <a16:creationId xmlns:a16="http://schemas.microsoft.com/office/drawing/2014/main" id="{DB955D2F-D4D9-C4B7-21DC-2048EB1AF2E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13">
              <a:extLst>
                <a:ext uri="{FF2B5EF4-FFF2-40B4-BE49-F238E27FC236}">
                  <a16:creationId xmlns:a16="http://schemas.microsoft.com/office/drawing/2014/main" id="{F39CCA71-8EB3-3F41-1530-5E6228CF0EDF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14">
              <a:extLst>
                <a:ext uri="{FF2B5EF4-FFF2-40B4-BE49-F238E27FC236}">
                  <a16:creationId xmlns:a16="http://schemas.microsoft.com/office/drawing/2014/main" id="{535FF6A4-9801-5753-C95A-6DFD15069928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5">
              <a:extLst>
                <a:ext uri="{FF2B5EF4-FFF2-40B4-BE49-F238E27FC236}">
                  <a16:creationId xmlns:a16="http://schemas.microsoft.com/office/drawing/2014/main" id="{4215AFBB-AD36-EECA-B375-EC2A41491656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6">
              <a:extLst>
                <a:ext uri="{FF2B5EF4-FFF2-40B4-BE49-F238E27FC236}">
                  <a16:creationId xmlns:a16="http://schemas.microsoft.com/office/drawing/2014/main" id="{CABCEC90-949E-FF45-7F2B-0C00A052C5F6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7">
              <a:extLst>
                <a:ext uri="{FF2B5EF4-FFF2-40B4-BE49-F238E27FC236}">
                  <a16:creationId xmlns:a16="http://schemas.microsoft.com/office/drawing/2014/main" id="{1EA5519D-50F1-A7C5-2E2A-1FB1B79C26F7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8">
              <a:extLst>
                <a:ext uri="{FF2B5EF4-FFF2-40B4-BE49-F238E27FC236}">
                  <a16:creationId xmlns:a16="http://schemas.microsoft.com/office/drawing/2014/main" id="{0F4118A0-CCC0-E495-8C7D-4E39757D1656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9">
              <a:extLst>
                <a:ext uri="{FF2B5EF4-FFF2-40B4-BE49-F238E27FC236}">
                  <a16:creationId xmlns:a16="http://schemas.microsoft.com/office/drawing/2014/main" id="{BAFBB055-FB11-ABBF-D805-4F78429365D1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20">
              <a:extLst>
                <a:ext uri="{FF2B5EF4-FFF2-40B4-BE49-F238E27FC236}">
                  <a16:creationId xmlns:a16="http://schemas.microsoft.com/office/drawing/2014/main" id="{351C85DB-DF98-4DEA-7EB1-A50603F810FA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21">
              <a:extLst>
                <a:ext uri="{FF2B5EF4-FFF2-40B4-BE49-F238E27FC236}">
                  <a16:creationId xmlns:a16="http://schemas.microsoft.com/office/drawing/2014/main" id="{1F3872FB-2732-0333-85CF-A71883E8672E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9" name="圖形 118" descr="工廠 以實心填滿">
            <a:extLst>
              <a:ext uri="{FF2B5EF4-FFF2-40B4-BE49-F238E27FC236}">
                <a16:creationId xmlns:a16="http://schemas.microsoft.com/office/drawing/2014/main" id="{6219393A-1F07-C8E8-1908-7A234971EB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868525" y="3930580"/>
            <a:ext cx="271919" cy="2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4629</TotalTime>
  <Words>687</Words>
  <Application>Microsoft Office PowerPoint</Application>
  <PresentationFormat>Widescreen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Amasis MT Pro Black</vt:lpstr>
      <vt:lpstr>DengXian</vt:lpstr>
      <vt:lpstr>DengXian</vt:lpstr>
      <vt:lpstr>맑은 고딕</vt:lpstr>
      <vt:lpstr>Microsoft JhengHei</vt:lpstr>
      <vt:lpstr>Microsoft JhengHei</vt:lpstr>
      <vt:lpstr>新細明體</vt:lpstr>
      <vt:lpstr>Arial</vt:lpstr>
      <vt:lpstr>Arial Black</vt:lpstr>
      <vt:lpstr>Calibri</vt:lpstr>
      <vt:lpstr>Calibri Light</vt:lpstr>
      <vt:lpstr>Courier New</vt:lpstr>
      <vt:lpstr>Wingdings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Andy;Andy Su(蘇孝維_PVN)</dc:creator>
  <cp:lastModifiedBy>RABBIT PHAM(PHẠM THỊ THÙY_PVN)</cp:lastModifiedBy>
  <cp:revision>795</cp:revision>
  <dcterms:created xsi:type="dcterms:W3CDTF">2021-03-09T11:56:00Z</dcterms:created>
  <dcterms:modified xsi:type="dcterms:W3CDTF">2026-03-14T17:39:23Z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